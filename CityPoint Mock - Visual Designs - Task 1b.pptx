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D5E3-6DA5-466C-B6CE-8081AF251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EFC6F-C2D5-479D-A388-5B21EB78E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9F346-5A11-48C8-85E7-3C666999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CEB31-830C-4138-BA34-EEA53F82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A695E-F2EA-4477-ABBA-EC5B10D0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9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524A-F4F2-472E-B216-8006436A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B796-E2FB-4CE4-BF51-B6CBC2201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B244-A447-4C29-9C71-F6844FA7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4867D-7ECD-4549-A5DE-E148F518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A576A-4C54-4C4B-9240-EB329F7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53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5A00-F73F-4828-8974-93FEEE9A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90AB5-6E0A-476A-AB21-0F491BA61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97885-F05B-4277-A1AE-078768FA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B5EE6-E5C6-4639-B72F-DE605839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B9CB-FABB-4210-BD60-61972C7B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800D-18D9-4B32-89C1-B921409B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E78DA-13CC-4D9B-9025-13F421D28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313E9-117B-408B-AC86-FDFD98B48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2458B-1232-42E7-8993-FE1A16B1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8E579-BAD3-4E0E-AAC6-5503A4E5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12F96-A91D-4671-BDE6-1997AEE4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56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C3F3-13E5-4282-B07C-76E03EE7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C36D0-607C-4C04-8D32-D52228EC6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0DDE6-8657-4188-B650-A26101F51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67017-20CB-4639-9D41-E0AD5EA9C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147CF-FD8F-440B-A0F2-D07C6A023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FB6E6-D4D3-49EF-8EF3-7E1B0597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B9E99F-D3B8-47C1-ADC0-F5324DA4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B19955-C54A-43B6-BC18-68C9A50E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B715-E3B5-4C8D-AB39-B1988C17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443AE-3ADC-4475-9F6C-4BD3BD7A7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9229D-460E-414B-AD7B-3FD37486C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46BC-8C5E-4665-B08B-A72089D0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66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F3A2B-2366-4051-A75D-F50ACAE4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5DCE9-3344-423C-AE75-330AE1BF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582DA-FFF3-470C-84C1-8F4ABD23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79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86DF-83BB-4E14-ADC7-86F31038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F8ED-E62A-4DE6-9F47-0669B18D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A8654-4BFB-4370-8503-7EDABE6FA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B96A0-5D0F-40FC-AAAA-4FEE01B5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FD0FC-A3B9-4BBC-B843-DA06AC69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E75DD-6769-45E8-9E00-D6A9CA61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39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888D-831F-4B5E-B335-820FEE33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B5F1D-B902-4A5D-859C-CE54FE00F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67066-9907-498C-8CAA-CC17FE910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5EB77-3694-4E58-8449-D81FA024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1316A-85F0-4D9F-A8CB-57CFB50A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51D12-736B-4B1A-A9F1-E5623B0B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89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483BF-1D37-4922-B043-4B6FF835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06CE2-E12C-4E3D-A45A-AF6FE1AB1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A90C-C331-4C46-8985-6F787D50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768F-576F-4B60-84DD-0F7573E1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1E602-85D0-437C-B34A-92426645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51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128F6-AD6D-4075-9E55-7E52A1216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DEEFC-6A60-466B-A502-D3A1CF162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604E-50C8-47BB-B3AA-9D0B76B9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9539-D18B-43DD-8826-3546C368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4480B-4DE9-465E-A93E-5C6D5E6E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12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CE70D-2200-4BFD-BE9B-C3346280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6671A-68D1-4FB9-9834-7476E25DB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ACC9-6F14-4278-99B2-AF899C708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BB841-C2C7-4092-86BC-81CFCF80AD0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14E08-3E1C-40E7-9A75-4FBFFDC57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56827-3FCF-49C6-AF04-6BD025CB1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6A03F-32DB-492F-A5A1-C210AF36A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29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4A9D-1AE8-48C0-8221-9CBCC8271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Visual Designs – Task 1b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40256-CC2B-4B80-925C-AEF01FC0CF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CityPoint Room Hire – Wireframes, Sitemaps, and Annotations</a:t>
            </a:r>
          </a:p>
        </p:txBody>
      </p:sp>
    </p:spTree>
    <p:extLst>
      <p:ext uri="{BB962C8B-B14F-4D97-AF65-F5344CB8AC3E}">
        <p14:creationId xmlns:p14="http://schemas.microsoft.com/office/powerpoint/2010/main" val="322377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1F11EB-7607-4D38-AA1E-B2191A164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81104" cy="6847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552B6C-CB73-4D03-A673-B0F0ED112558}"/>
              </a:ext>
            </a:extLst>
          </p:cNvPr>
          <p:cNvSpPr txBox="1"/>
          <p:nvPr/>
        </p:nvSpPr>
        <p:spPr>
          <a:xfrm>
            <a:off x="6993228" y="309093"/>
            <a:ext cx="4288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my Sitemap I decided to go for a simple design that allows for users to be able to access all pages from </a:t>
            </a:r>
            <a:r>
              <a:rPr lang="en-GB"/>
              <a:t>the homepage.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213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Visual Designs – Task 1b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Designs – Task 1b</dc:title>
  <dc:creator>Nathan</dc:creator>
  <cp:lastModifiedBy>Nathan</cp:lastModifiedBy>
  <cp:revision>1</cp:revision>
  <dcterms:created xsi:type="dcterms:W3CDTF">2026-01-28T16:36:20Z</dcterms:created>
  <dcterms:modified xsi:type="dcterms:W3CDTF">2026-01-28T16:37:05Z</dcterms:modified>
</cp:coreProperties>
</file>